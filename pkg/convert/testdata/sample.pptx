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OKF PPTX Fixture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 slide body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